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4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67CE17-4854-4736-BF56-F5C78B9EBBF9}" v="1" dt="2021-11-22T20:48:59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C267CE17-4854-4736-BF56-F5C78B9EBBF9}"/>
    <pc:docChg chg="addSld delSld modSld">
      <pc:chgData name="WILLIAM RICARDO AGUILAR PIÑA" userId="25538c52-b196-49fc-9025-2dd86a54f18a" providerId="ADAL" clId="{C267CE17-4854-4736-BF56-F5C78B9EBBF9}" dt="2021-11-22T20:49:24.886" v="5" actId="1076"/>
      <pc:docMkLst>
        <pc:docMk/>
      </pc:docMkLst>
      <pc:sldChg chg="del">
        <pc:chgData name="WILLIAM RICARDO AGUILAR PIÑA" userId="25538c52-b196-49fc-9025-2dd86a54f18a" providerId="ADAL" clId="{C267CE17-4854-4736-BF56-F5C78B9EBBF9}" dt="2021-11-22T20:49:01.665" v="1" actId="47"/>
        <pc:sldMkLst>
          <pc:docMk/>
          <pc:sldMk cId="1349867334" sldId="383"/>
        </pc:sldMkLst>
      </pc:sldChg>
      <pc:sldChg chg="modSp add mod setBg">
        <pc:chgData name="WILLIAM RICARDO AGUILAR PIÑA" userId="25538c52-b196-49fc-9025-2dd86a54f18a" providerId="ADAL" clId="{C267CE17-4854-4736-BF56-F5C78B9EBBF9}" dt="2021-11-22T20:49:24.886" v="5" actId="1076"/>
        <pc:sldMkLst>
          <pc:docMk/>
          <pc:sldMk cId="2945859939" sldId="384"/>
        </pc:sldMkLst>
        <pc:spChg chg="mod">
          <ac:chgData name="WILLIAM RICARDO AGUILAR PIÑA" userId="25538c52-b196-49fc-9025-2dd86a54f18a" providerId="ADAL" clId="{C267CE17-4854-4736-BF56-F5C78B9EBBF9}" dt="2021-11-22T20:49:14.240" v="3" actId="6549"/>
          <ac:spMkLst>
            <pc:docMk/>
            <pc:sldMk cId="2945859939" sldId="384"/>
            <ac:spMk id="6" creationId="{3572065F-81C1-454C-8E77-453E36FB65E9}"/>
          </ac:spMkLst>
        </pc:spChg>
        <pc:grpChg chg="mod">
          <ac:chgData name="WILLIAM RICARDO AGUILAR PIÑA" userId="25538c52-b196-49fc-9025-2dd86a54f18a" providerId="ADAL" clId="{C267CE17-4854-4736-BF56-F5C78B9EBBF9}" dt="2021-11-22T20:49:24.886" v="5" actId="1076"/>
          <ac:grpSpMkLst>
            <pc:docMk/>
            <pc:sldMk cId="2945859939" sldId="384"/>
            <ac:grpSpMk id="8" creationId="{E70EE07A-5BFD-466E-B14A-12C366129646}"/>
          </ac:grpSpMkLst>
        </pc:grpChg>
        <pc:picChg chg="mod">
          <ac:chgData name="WILLIAM RICARDO AGUILAR PIÑA" userId="25538c52-b196-49fc-9025-2dd86a54f18a" providerId="ADAL" clId="{C267CE17-4854-4736-BF56-F5C78B9EBBF9}" dt="2021-11-22T20:49:22.893" v="4" actId="1076"/>
          <ac:picMkLst>
            <pc:docMk/>
            <pc:sldMk cId="2945859939" sldId="384"/>
            <ac:picMk id="7" creationId="{90F7619C-3D91-416E-B1F4-909E882E7460}"/>
          </ac:picMkLst>
        </pc:picChg>
      </pc:sldChg>
    </pc:docChg>
  </pc:docChgLst>
  <pc:docChgLst>
    <pc:chgData name="WILLIAM RICARDO AGUILAR PIÑA" userId="25538c52-b196-49fc-9025-2dd86a54f18a" providerId="ADAL" clId="{7803FDE9-7B04-4795-A805-1ADFA3B8D45C}"/>
    <pc:docChg chg="modSld">
      <pc:chgData name="WILLIAM RICARDO AGUILAR PIÑA" userId="25538c52-b196-49fc-9025-2dd86a54f18a" providerId="ADAL" clId="{7803FDE9-7B04-4795-A805-1ADFA3B8D45C}" dt="2020-03-09T19:11:12.934" v="0" actId="2711"/>
      <pc:docMkLst>
        <pc:docMk/>
      </pc:docMkLst>
      <pc:sldChg chg="modSp">
        <pc:chgData name="WILLIAM RICARDO AGUILAR PIÑA" userId="25538c52-b196-49fc-9025-2dd86a54f18a" providerId="ADAL" clId="{7803FDE9-7B04-4795-A805-1ADFA3B8D45C}" dt="2020-03-09T19:11:12.934" v="0" actId="2711"/>
        <pc:sldMkLst>
          <pc:docMk/>
          <pc:sldMk cId="611040113" sldId="256"/>
        </pc:sldMkLst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5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6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7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9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10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11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12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19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54" creationId="{00000000-0000-0000-0000-000000000000}"/>
          </ac:spMkLst>
        </pc:spChg>
        <pc:spChg chg="mod">
          <ac:chgData name="WILLIAM RICARDO AGUILAR PIÑA" userId="25538c52-b196-49fc-9025-2dd86a54f18a" providerId="ADAL" clId="{7803FDE9-7B04-4795-A805-1ADFA3B8D45C}" dt="2020-03-09T19:11:12.934" v="0" actId="2711"/>
          <ac:spMkLst>
            <pc:docMk/>
            <pc:sldMk cId="611040113" sldId="256"/>
            <ac:spMk id="55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EFF385BC-78CD-4D74-A030-B6C33BBE12BB}"/>
    <pc:docChg chg="addSld delSld modSld modMainMaster">
      <pc:chgData name="WILLIAM RICARDO AGUILAR PIÑA" userId="25538c52-b196-49fc-9025-2dd86a54f18a" providerId="ADAL" clId="{EFF385BC-78CD-4D74-A030-B6C33BBE12BB}" dt="2020-05-15T12:25:36.067" v="5"/>
      <pc:docMkLst>
        <pc:docMk/>
      </pc:docMkLst>
      <pc:sldChg chg="addSp modSp">
        <pc:chgData name="WILLIAM RICARDO AGUILAR PIÑA" userId="25538c52-b196-49fc-9025-2dd86a54f18a" providerId="ADAL" clId="{EFF385BC-78CD-4D74-A030-B6C33BBE12BB}" dt="2020-05-15T12:24:30.086" v="4"/>
        <pc:sldMkLst>
          <pc:docMk/>
          <pc:sldMk cId="611040113" sldId="256"/>
        </pc:sldMkLst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5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6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7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9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10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11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12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19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54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k cId="611040113" sldId="256"/>
            <ac:spMk id="55" creationId="{00000000-0000-0000-0000-000000000000}"/>
          </ac:spMkLst>
        </pc:spChg>
        <pc:picChg chg="add">
          <ac:chgData name="WILLIAM RICARDO AGUILAR PIÑA" userId="25538c52-b196-49fc-9025-2dd86a54f18a" providerId="ADAL" clId="{EFF385BC-78CD-4D74-A030-B6C33BBE12BB}" dt="2020-05-15T12:24:30.086" v="4"/>
          <ac:picMkLst>
            <pc:docMk/>
            <pc:sldMk cId="611040113" sldId="256"/>
            <ac:picMk id="24" creationId="{4E018126-3A9A-4EC2-84AF-4AC511E01D98}"/>
          </ac:picMkLst>
        </pc:pic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21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22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25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28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31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34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37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40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43" creationId="{00000000-0000-0000-0000-000000000000}"/>
          </ac:cxnSpMkLst>
        </pc:cxnChg>
        <pc:cxnChg chg="mod">
          <ac:chgData name="WILLIAM RICARDO AGUILAR PIÑA" userId="25538c52-b196-49fc-9025-2dd86a54f18a" providerId="ADAL" clId="{EFF385BC-78CD-4D74-A030-B6C33BBE12BB}" dt="2020-05-15T12:24:16.819" v="1"/>
          <ac:cxnSpMkLst>
            <pc:docMk/>
            <pc:sldMk cId="611040113" sldId="256"/>
            <ac:cxnSpMk id="48" creationId="{00000000-0000-0000-0000-000000000000}"/>
          </ac:cxnSpMkLst>
        </pc:cxnChg>
      </pc:sldChg>
      <pc:sldChg chg="modSp add del setBg">
        <pc:chgData name="WILLIAM RICARDO AGUILAR PIÑA" userId="25538c52-b196-49fc-9025-2dd86a54f18a" providerId="ADAL" clId="{EFF385BC-78CD-4D74-A030-B6C33BBE12BB}" dt="2020-05-15T12:25:36.067" v="5"/>
        <pc:sldMkLst>
          <pc:docMk/>
          <pc:sldMk cId="1349867334" sldId="383"/>
        </pc:sldMkLst>
        <pc:grpChg chg="mod">
          <ac:chgData name="WILLIAM RICARDO AGUILAR PIÑA" userId="25538c52-b196-49fc-9025-2dd86a54f18a" providerId="ADAL" clId="{EFF385BC-78CD-4D74-A030-B6C33BBE12BB}" dt="2020-05-15T12:24:16.819" v="1"/>
          <ac:grpSpMkLst>
            <pc:docMk/>
            <pc:sldMk cId="1349867334" sldId="383"/>
            <ac:grpSpMk id="2" creationId="{BB0C3845-4CF1-4B25-B300-FE97A8D0F2EC}"/>
          </ac:grpSpMkLst>
        </pc:grpChg>
        <pc:picChg chg="mod">
          <ac:chgData name="WILLIAM RICARDO AGUILAR PIÑA" userId="25538c52-b196-49fc-9025-2dd86a54f18a" providerId="ADAL" clId="{EFF385BC-78CD-4D74-A030-B6C33BBE12BB}" dt="2020-05-15T12:24:16.819" v="1"/>
          <ac:picMkLst>
            <pc:docMk/>
            <pc:sldMk cId="1349867334" sldId="383"/>
            <ac:picMk id="5" creationId="{E83076CA-28C3-4169-B00B-BE85328B9132}"/>
          </ac:picMkLst>
        </pc:picChg>
      </pc:sldChg>
      <pc:sldMasterChg chg="modSp setBg modSldLayout">
        <pc:chgData name="WILLIAM RICARDO AGUILAR PIÑA" userId="25538c52-b196-49fc-9025-2dd86a54f18a" providerId="ADAL" clId="{EFF385BC-78CD-4D74-A030-B6C33BBE12BB}" dt="2020-05-15T12:25:36.067" v="5"/>
        <pc:sldMasterMkLst>
          <pc:docMk/>
          <pc:sldMasterMk cId="2335735596" sldId="2147483648"/>
        </pc:sldMasterMkLst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asterMk cId="2335735596" sldId="2147483648"/>
            <ac:spMk id="2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asterMk cId="2335735596" sldId="2147483648"/>
            <ac:spMk id="3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asterMk cId="2335735596" sldId="2147483648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asterMk cId="2335735596" sldId="2147483648"/>
            <ac:spMk id="5" creationId="{00000000-0000-0000-0000-000000000000}"/>
          </ac:spMkLst>
        </pc:spChg>
        <pc:spChg chg="mod">
          <ac:chgData name="WILLIAM RICARDO AGUILAR PIÑA" userId="25538c52-b196-49fc-9025-2dd86a54f18a" providerId="ADAL" clId="{EFF385BC-78CD-4D74-A030-B6C33BBE12BB}" dt="2020-05-15T12:24:16.819" v="1"/>
          <ac:spMkLst>
            <pc:docMk/>
            <pc:sldMasterMk cId="2335735596" sldId="2147483648"/>
            <ac:spMk id="6" creationId="{00000000-0000-0000-0000-000000000000}"/>
          </ac:spMkLst>
        </pc:sp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306077368" sldId="2147483649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06077368" sldId="2147483649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06077368" sldId="2147483649"/>
              <ac:spMk id="3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2146617239" sldId="2147483650"/>
          </pc:sldLayoutMkLst>
        </pc:sldLayout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365409612" sldId="2147483651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65409612" sldId="2147483651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65409612" sldId="2147483651"/>
              <ac:spMk id="3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872850974" sldId="2147483652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872850974" sldId="2147483652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872850974" sldId="2147483652"/>
              <ac:spMk id="4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748806126" sldId="2147483653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748806126" sldId="2147483653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748806126" sldId="2147483653"/>
              <ac:spMk id="4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748806126" sldId="2147483653"/>
              <ac:spMk id="5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748806126" sldId="2147483653"/>
              <ac:spMk id="6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814567239" sldId="2147483654"/>
          </pc:sldLayoutMkLst>
        </pc:sldLayoutChg>
        <pc:sldLayoutChg chg="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3701451295" sldId="2147483655"/>
          </pc:sldLayoutMkLst>
        </pc:sldLayout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2728491363" sldId="2147483656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2728491363" sldId="2147483656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2728491363" sldId="2147483656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2728491363" sldId="2147483656"/>
              <ac:spMk id="4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3896421226" sldId="2147483657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896421226" sldId="2147483657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896421226" sldId="2147483657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3896421226" sldId="2147483657"/>
              <ac:spMk id="4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3466748120" sldId="2147483658"/>
          </pc:sldLayoutMkLst>
        </pc:sldLayoutChg>
        <pc:sldLayoutChg chg="modSp setBg">
          <pc:chgData name="WILLIAM RICARDO AGUILAR PIÑA" userId="25538c52-b196-49fc-9025-2dd86a54f18a" providerId="ADAL" clId="{EFF385BC-78CD-4D74-A030-B6C33BBE12BB}" dt="2020-05-15T12:25:36.067" v="5"/>
          <pc:sldLayoutMkLst>
            <pc:docMk/>
            <pc:sldMasterMk cId="2335735596" sldId="2147483648"/>
            <pc:sldLayoutMk cId="2734030140" sldId="2147483659"/>
          </pc:sldLayoutMkLst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2734030140" sldId="2147483659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EFF385BC-78CD-4D74-A030-B6C33BBE12BB}" dt="2020-05-15T12:24:16.819" v="1"/>
            <ac:spMkLst>
              <pc:docMk/>
              <pc:sldMasterMk cId="2335735596" sldId="2147483648"/>
              <pc:sldLayoutMk cId="273403014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07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661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40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285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8806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45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145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849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642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674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403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61744-9539-4AEC-B09B-A31355D6CBC2}" type="datetimeFigureOut">
              <a:rPr lang="es-CO" smtClean="0"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5E23C-9AAE-4C4A-BEF8-1267BD6A668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573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rcfdtools/R.HydroTools/wiki/Licen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5617344" y="287647"/>
            <a:ext cx="648072" cy="21602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Inicio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871864" y="651781"/>
            <a:ext cx="214223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Definición y diseño del modelo de datos de proyecto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871864" y="1181237"/>
            <a:ext cx="2142238" cy="65645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Creación de base de datos geográfica de proyecto - </a:t>
            </a:r>
            <a:r>
              <a:rPr lang="es-ES" sz="1000" dirty="0" err="1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Geodatabase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71864" y="2019933"/>
            <a:ext cx="2142238" cy="60047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Importación y validación de elementos vectoriales desde CAD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4871864" y="2813785"/>
            <a:ext cx="2142238" cy="4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Creación de </a:t>
            </a:r>
            <a:r>
              <a:rPr lang="es-E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proyecto </a:t>
            </a:r>
          </a:p>
          <a:p>
            <a:pPr algn="ctr"/>
            <a:r>
              <a:rPr lang="es-E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HEC-GeoRAS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4873760" y="3382825"/>
            <a:ext cx="2142238" cy="5372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Importación vectorial a GDB HEC-GeoRAS desde base de datos de proyecto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4871864" y="4074505"/>
            <a:ext cx="2142238" cy="423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Generación de archivos y modelación </a:t>
            </a:r>
            <a:r>
              <a:rPr lang="es-E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en HEC-RAS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4871864" y="4654736"/>
            <a:ext cx="2142238" cy="49249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resultados espaciales </a:t>
            </a:r>
            <a:r>
              <a:rPr lang="es-E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en ArcGIS o RAS Mapper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1 Decisión"/>
          <p:cNvSpPr/>
          <p:nvPr/>
        </p:nvSpPr>
        <p:spPr>
          <a:xfrm>
            <a:off x="5006879" y="5332301"/>
            <a:ext cx="1872208" cy="936104"/>
          </a:xfrm>
          <a:prstGeom prst="flowChartDecision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Resultados Esperados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5618911" y="6453336"/>
            <a:ext cx="648072" cy="21602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Fin</a:t>
            </a:r>
            <a:endParaRPr lang="es-CO" sz="1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21" name="20 Conector recto de flecha"/>
          <p:cNvCxnSpPr>
            <a:stCxn id="4" idx="2"/>
            <a:endCxn id="5" idx="0"/>
          </p:cNvCxnSpPr>
          <p:nvPr/>
        </p:nvCxnSpPr>
        <p:spPr>
          <a:xfrm>
            <a:off x="5941381" y="503671"/>
            <a:ext cx="1603" cy="14811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>
            <a:stCxn id="5" idx="2"/>
            <a:endCxn id="6" idx="0"/>
          </p:cNvCxnSpPr>
          <p:nvPr/>
        </p:nvCxnSpPr>
        <p:spPr>
          <a:xfrm>
            <a:off x="5942983" y="1011821"/>
            <a:ext cx="0" cy="16941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>
            <a:stCxn id="6" idx="2"/>
            <a:endCxn id="7" idx="0"/>
          </p:cNvCxnSpPr>
          <p:nvPr/>
        </p:nvCxnSpPr>
        <p:spPr>
          <a:xfrm>
            <a:off x="5942983" y="1837693"/>
            <a:ext cx="0" cy="18224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>
            <a:stCxn id="7" idx="2"/>
            <a:endCxn id="8" idx="0"/>
          </p:cNvCxnSpPr>
          <p:nvPr/>
        </p:nvCxnSpPr>
        <p:spPr>
          <a:xfrm>
            <a:off x="5942983" y="2620405"/>
            <a:ext cx="0" cy="19338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>
            <a:stCxn id="8" idx="2"/>
            <a:endCxn id="9" idx="0"/>
          </p:cNvCxnSpPr>
          <p:nvPr/>
        </p:nvCxnSpPr>
        <p:spPr>
          <a:xfrm>
            <a:off x="5942983" y="3245833"/>
            <a:ext cx="1896" cy="136992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>
            <a:stCxn id="9" idx="2"/>
            <a:endCxn id="10" idx="0"/>
          </p:cNvCxnSpPr>
          <p:nvPr/>
        </p:nvCxnSpPr>
        <p:spPr>
          <a:xfrm flipH="1">
            <a:off x="5942983" y="3920115"/>
            <a:ext cx="1896" cy="15439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cxnSpLocks/>
            <a:stCxn id="10" idx="2"/>
            <a:endCxn id="11" idx="0"/>
          </p:cNvCxnSpPr>
          <p:nvPr/>
        </p:nvCxnSpPr>
        <p:spPr>
          <a:xfrm>
            <a:off x="5942983" y="4498169"/>
            <a:ext cx="0" cy="15656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 de flecha"/>
          <p:cNvCxnSpPr>
            <a:cxnSpLocks/>
            <a:stCxn id="11" idx="2"/>
            <a:endCxn id="12" idx="0"/>
          </p:cNvCxnSpPr>
          <p:nvPr/>
        </p:nvCxnSpPr>
        <p:spPr>
          <a:xfrm>
            <a:off x="5942983" y="5147233"/>
            <a:ext cx="0" cy="185069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 de flecha"/>
          <p:cNvCxnSpPr>
            <a:stCxn id="12" idx="2"/>
            <a:endCxn id="19" idx="0"/>
          </p:cNvCxnSpPr>
          <p:nvPr/>
        </p:nvCxnSpPr>
        <p:spPr>
          <a:xfrm flipH="1">
            <a:off x="5942947" y="6268406"/>
            <a:ext cx="36" cy="184931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angular"/>
          <p:cNvCxnSpPr>
            <a:stCxn id="12" idx="3"/>
            <a:endCxn id="10" idx="0"/>
          </p:cNvCxnSpPr>
          <p:nvPr/>
        </p:nvCxnSpPr>
        <p:spPr>
          <a:xfrm flipH="1" flipV="1">
            <a:off x="5942983" y="4074505"/>
            <a:ext cx="936104" cy="1725848"/>
          </a:xfrm>
          <a:prstGeom prst="bentConnector4">
            <a:avLst>
              <a:gd name="adj1" fmla="val -38843"/>
              <a:gd name="adj2" fmla="val 104853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3 CuadroTexto"/>
          <p:cNvSpPr txBox="1"/>
          <p:nvPr/>
        </p:nvSpPr>
        <p:spPr>
          <a:xfrm>
            <a:off x="6873736" y="5590411"/>
            <a:ext cx="23402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endParaRPr lang="es-CO" sz="1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5" name="54 CuadroTexto"/>
          <p:cNvSpPr txBox="1"/>
          <p:nvPr/>
        </p:nvSpPr>
        <p:spPr>
          <a:xfrm>
            <a:off x="5920969" y="6201750"/>
            <a:ext cx="23402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Segoe UI Light" panose="020B0502040204020203" pitchFamily="34" charset="0"/>
                <a:cs typeface="Segoe UI Light" panose="020B0502040204020203" pitchFamily="34" charset="0"/>
              </a:rPr>
              <a:t>S</a:t>
            </a:r>
            <a:endParaRPr lang="es-CO" sz="1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E018126-3A9A-4EC2-84AF-4AC511E01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4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3076CA-28C3-4169-B00B-BE85328B9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4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106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 Light</vt:lpstr>
      <vt:lpstr>Tema de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mastersystem</dc:creator>
  <cp:lastModifiedBy>WILLIAM RICARDO AGUILAR PIÑA</cp:lastModifiedBy>
  <cp:revision>8</cp:revision>
  <dcterms:created xsi:type="dcterms:W3CDTF">2013-01-30T13:10:45Z</dcterms:created>
  <dcterms:modified xsi:type="dcterms:W3CDTF">2021-11-23T13:49:29Z</dcterms:modified>
</cp:coreProperties>
</file>